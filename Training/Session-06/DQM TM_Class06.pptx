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8" d="100"/>
          <a:sy n="88" d="100"/>
        </p:scale>
        <p:origin x="-212" y="-3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35957D-2DC5-5009-2555-08F8E48139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9C5A84-FFBE-DE7A-7ABC-5502C9F32F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2D929BC-76EB-137E-C5BE-1CD6F55B1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B38C-CC1B-4B63-A430-C2D656E7A8BA}" type="datetimeFigureOut">
              <a:rPr lang="es-PE" smtClean="0"/>
              <a:t>28/08/2025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15E005-E132-DEAE-5830-7829A4AC1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7B373F-BF58-F3FF-39EC-4F4ADFFCB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F6A23-0770-4903-8549-868E04C81AE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48100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6759A8-0052-B571-C274-4CDD656EB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79342E-67E0-C9D7-0647-4762BE3D7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5283F0-3177-37CA-BCE6-BBA64D0E6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B38C-CC1B-4B63-A430-C2D656E7A8BA}" type="datetimeFigureOut">
              <a:rPr lang="es-PE" smtClean="0"/>
              <a:t>28/08/2025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30E275-8BC0-4FC3-51D4-9B49D5872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2686EC-3108-C4A6-77F8-3B97B1537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F6A23-0770-4903-8549-868E04C81AE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06713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D45DE7-C21E-481A-D31A-A094A6BF8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44550FB-811D-CED5-617E-F0438ABDA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4764D6-3E2B-66E7-A193-6098B0DCA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B38C-CC1B-4B63-A430-C2D656E7A8BA}" type="datetimeFigureOut">
              <a:rPr lang="es-PE" smtClean="0"/>
              <a:t>28/08/2025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FD453E-ACA0-7D4E-2FFE-2E672D0CF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CB36A9-A866-9101-E4B7-7D0167BAF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F6A23-0770-4903-8549-868E04C81AE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79362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59FCD1-8D9D-14D0-FC5A-5AD0DB0FE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80C44B7-B466-17DE-B0ED-D68A8A455A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0EA0185-5756-99AE-DDE7-E173C50F6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DAFFF87-634F-6946-A428-CF64EAD0C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B38C-CC1B-4B63-A430-C2D656E7A8BA}" type="datetimeFigureOut">
              <a:rPr lang="es-PE" smtClean="0"/>
              <a:t>28/08/2025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F699F76-F1EE-1835-D3EC-D68816A99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F3863C3-B479-8709-597F-CCC1CC5CB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F6A23-0770-4903-8549-868E04C81AE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68271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623F76-1331-0E56-38DA-DBD7531A4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36CFD5F-46C1-0EA2-BD7C-F87F78FE4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AA73C71-740A-3158-DF1A-BEEE7B42B9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7145D59-F693-2969-D3F4-B57D42647D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25E115B-29AD-E079-97B4-78DC6D97D9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28E7B6C-0BEF-1FD4-3DD0-946723645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B38C-CC1B-4B63-A430-C2D656E7A8BA}" type="datetimeFigureOut">
              <a:rPr lang="es-PE" smtClean="0"/>
              <a:t>28/08/2025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26C8DC2-BA15-651C-741F-52653110E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F4B7759-D8FD-DB74-750C-DE18DE226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F6A23-0770-4903-8549-868E04C81AE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27571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0ED081-8C4D-044C-18C1-1D251234B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26E2488-D56F-1232-24F1-1E0513B4C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B38C-CC1B-4B63-A430-C2D656E7A8BA}" type="datetimeFigureOut">
              <a:rPr lang="es-PE" smtClean="0"/>
              <a:t>28/08/2025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253431C-145E-9E97-F999-D7C7B7264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85C3B2D-A14F-02CB-A062-B79F544B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F6A23-0770-4903-8549-868E04C81AE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80259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FFCC1BA-736A-D470-1F54-B835A842E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B38C-CC1B-4B63-A430-C2D656E7A8BA}" type="datetimeFigureOut">
              <a:rPr lang="es-PE" smtClean="0"/>
              <a:t>28/08/2025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78A613D-7926-30D4-31BB-B26C45697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243FE0E-4341-23FD-8A5A-0B745024E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F6A23-0770-4903-8549-868E04C81AE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61924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D42CC3-48D8-F320-4BB6-561FD7D60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D08790-E5FE-20A7-3AA8-7893C02AD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3DA6F9A-1AB6-36DA-C92E-B7D7A90007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D9455BF-3BE2-D752-CEBF-1A83BD5DD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B38C-CC1B-4B63-A430-C2D656E7A8BA}" type="datetimeFigureOut">
              <a:rPr lang="es-PE" smtClean="0"/>
              <a:t>28/08/2025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8153FC6-9E96-9FEF-498A-029B58495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2F98B44-7257-6C69-D169-EE36A382B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F6A23-0770-4903-8549-868E04C81AE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47632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7EF848-D8C4-9875-1265-DB0BEF065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E35EF2A-F50E-71D9-660F-22955D8596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FAE3878-E16F-08A4-5DB8-709EF3116F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36CC251-3F28-8550-2D09-E11FF6A91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B38C-CC1B-4B63-A430-C2D656E7A8BA}" type="datetimeFigureOut">
              <a:rPr lang="es-PE" smtClean="0"/>
              <a:t>28/08/2025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BFDA946-379B-20C7-8D12-17DE3F7E3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BD9C467-9815-79FF-25D4-4C8B8F59C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F6A23-0770-4903-8549-868E04C81AE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15350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FD3F4E-D78F-FFD5-46F8-5D4B83577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20EF0D6-7026-9107-8F32-DDF48FDF16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83AB17-C8CA-2D44-C456-CA0171EAD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B38C-CC1B-4B63-A430-C2D656E7A8BA}" type="datetimeFigureOut">
              <a:rPr lang="es-PE" smtClean="0"/>
              <a:t>28/08/2025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01A6F5-C686-8216-2B3C-796659A1D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3B00C6D-76B2-7ED3-9A97-804FED140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F6A23-0770-4903-8549-868E04C81AE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27796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0189EF3-434F-9CFE-766D-2CCE28EF33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5B5ED53-6295-2E33-F34E-7FAE71DE8A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BC22F1-8DC0-0044-C4ED-FA605AB26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B38C-CC1B-4B63-A430-C2D656E7A8BA}" type="datetimeFigureOut">
              <a:rPr lang="es-PE" smtClean="0"/>
              <a:t>28/08/2025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3F2AAE-67B4-F0F4-291B-259A6B57B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0195FA-7D66-E675-E7B9-C37D1EC9B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F6A23-0770-4903-8549-868E04C81AE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52569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CD9C654-B39C-7566-AF50-DC5B73AD4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7E20A3E-7592-FE44-61ED-1EE515D9A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90BA06-DE80-A063-B94B-0C1F46EE99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44B38C-CC1B-4B63-A430-C2D656E7A8BA}" type="datetimeFigureOut">
              <a:rPr lang="es-PE" smtClean="0"/>
              <a:t>28/08/2025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8A4865C-1D40-2F6D-2FE6-4DB9E66938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61CA0B-3116-76FF-EB51-32C9DD0035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DF6A23-0770-4903-8549-868E04C81AE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18095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posición de imagen 5" descr="LV Pharma Weekly Follow up | Microsoft Teams">
            <a:extLst>
              <a:ext uri="{FF2B5EF4-FFF2-40B4-BE49-F238E27FC236}">
                <a16:creationId xmlns:a16="http://schemas.microsoft.com/office/drawing/2014/main" id="{CC1DAA07-3ACA-C0A7-40B2-107808F258B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92716" y="586241"/>
            <a:ext cx="9406567" cy="5685517"/>
          </a:xfrm>
        </p:spPr>
      </p:pic>
    </p:spTree>
    <p:extLst>
      <p:ext uri="{BB962C8B-B14F-4D97-AF65-F5344CB8AC3E}">
        <p14:creationId xmlns:p14="http://schemas.microsoft.com/office/powerpoint/2010/main" val="4082254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A85C3C-4CDE-855E-B1FC-15036EB76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8270345" cy="660400"/>
          </a:xfrm>
        </p:spPr>
        <p:txBody>
          <a:bodyPr>
            <a:normAutofit/>
          </a:bodyPr>
          <a:lstStyle/>
          <a:p>
            <a:r>
              <a:rPr lang="es-PE" dirty="0"/>
              <a:t>View Global </a:t>
            </a:r>
            <a:r>
              <a:rPr lang="es-PE" dirty="0" err="1"/>
              <a:t>Parameter</a:t>
            </a:r>
            <a:r>
              <a:rPr lang="es-PE" dirty="0"/>
              <a:t> </a:t>
            </a:r>
            <a:r>
              <a:rPr lang="es-PE" dirty="0" err="1"/>
              <a:t>List</a:t>
            </a:r>
            <a:r>
              <a:rPr lang="es-PE" dirty="0"/>
              <a:t> HSG248_MOLP_M -</a:t>
            </a:r>
          </a:p>
        </p:txBody>
      </p:sp>
      <p:pic>
        <p:nvPicPr>
          <p:cNvPr id="7" name="Marcador de posición de imagen 5" descr="View Global Parameter List HSG248_MOLP_M - Trabajo: Microsoft​ Edge">
            <a:extLst>
              <a:ext uri="{FF2B5EF4-FFF2-40B4-BE49-F238E27FC236}">
                <a16:creationId xmlns:a16="http://schemas.microsoft.com/office/drawing/2014/main" id="{41F92EC9-ECDB-712A-5456-CFDE8D6C49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6612" y="4387850"/>
            <a:ext cx="7919226" cy="1879497"/>
          </a:xfrm>
          <a:prstGeom prst="rect">
            <a:avLst/>
          </a:prstGeom>
        </p:spPr>
      </p:pic>
      <p:pic>
        <p:nvPicPr>
          <p:cNvPr id="10" name="Marcador de posición de imagen 5" descr="View Global Parameter List HSG248_MOLP_M - Trabajo: Microsoft​ Edge">
            <a:extLst>
              <a:ext uri="{FF2B5EF4-FFF2-40B4-BE49-F238E27FC236}">
                <a16:creationId xmlns:a16="http://schemas.microsoft.com/office/drawing/2014/main" id="{D70D77FE-3E66-2336-889B-384AA51031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6612" y="1117600"/>
            <a:ext cx="7919226" cy="313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145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95E0E6-9F29-55BC-AD20-7AAA3AF03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9760479" cy="880533"/>
          </a:xfrm>
        </p:spPr>
        <p:txBody>
          <a:bodyPr>
            <a:normAutofit/>
          </a:bodyPr>
          <a:lstStyle/>
          <a:p>
            <a:r>
              <a:rPr lang="es-PE" dirty="0"/>
              <a:t>View Global </a:t>
            </a:r>
            <a:r>
              <a:rPr lang="es-PE" dirty="0" err="1"/>
              <a:t>Parameter</a:t>
            </a:r>
            <a:r>
              <a:rPr lang="es-PE" dirty="0"/>
              <a:t> </a:t>
            </a:r>
            <a:r>
              <a:rPr lang="es-PE" dirty="0" err="1"/>
              <a:t>List</a:t>
            </a:r>
            <a:r>
              <a:rPr lang="es-PE" dirty="0"/>
              <a:t> HSG248_BulkAsbestos_Prep -</a:t>
            </a:r>
          </a:p>
        </p:txBody>
      </p:sp>
      <p:pic>
        <p:nvPicPr>
          <p:cNvPr id="6" name="Marcador de posición de imagen 5" descr="View Global Parameter List HSG248_BulkAsbestos_Prep - Trabajo: Microsoft​ Edge">
            <a:extLst>
              <a:ext uri="{FF2B5EF4-FFF2-40B4-BE49-F238E27FC236}">
                <a16:creationId xmlns:a16="http://schemas.microsoft.com/office/drawing/2014/main" id="{8FCCC4BE-3C2B-46F2-A436-82F48F8A351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9787" y="1472296"/>
            <a:ext cx="8050213" cy="2673539"/>
          </a:xfrm>
        </p:spPr>
      </p:pic>
      <p:pic>
        <p:nvPicPr>
          <p:cNvPr id="7" name="Marcador de posición de imagen 5" descr="View Global Parameter List HSG248_BulkAsbestos_Prep - Trabajo: Microsoft​ Edge">
            <a:extLst>
              <a:ext uri="{FF2B5EF4-FFF2-40B4-BE49-F238E27FC236}">
                <a16:creationId xmlns:a16="http://schemas.microsoft.com/office/drawing/2014/main" id="{9E4A3321-8ACB-67B1-F248-10FAD9B445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9787" y="4502119"/>
            <a:ext cx="8050213" cy="1273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387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0D64DE-F6F7-5355-243B-EA799F420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285412" cy="677333"/>
          </a:xfrm>
        </p:spPr>
        <p:txBody>
          <a:bodyPr>
            <a:normAutofit fontScale="90000"/>
          </a:bodyPr>
          <a:lstStyle/>
          <a:p>
            <a:r>
              <a:rPr lang="es-PE" dirty="0"/>
              <a:t>View Global </a:t>
            </a:r>
            <a:r>
              <a:rPr lang="es-PE" dirty="0" err="1"/>
              <a:t>Parameter</a:t>
            </a:r>
            <a:r>
              <a:rPr lang="es-PE" dirty="0"/>
              <a:t> </a:t>
            </a:r>
            <a:r>
              <a:rPr lang="es-PE" dirty="0" err="1"/>
              <a:t>List</a:t>
            </a:r>
            <a:r>
              <a:rPr lang="es-PE" dirty="0"/>
              <a:t> HSG248_BulkAsbestosResults_M -</a:t>
            </a:r>
          </a:p>
        </p:txBody>
      </p:sp>
      <p:pic>
        <p:nvPicPr>
          <p:cNvPr id="6" name="Marcador de posición de imagen 5" descr="View Global Parameter List HSG248_BulkAsbestosResults_M - Trabajo: Microsoft​ Edge">
            <a:extLst>
              <a:ext uri="{FF2B5EF4-FFF2-40B4-BE49-F238E27FC236}">
                <a16:creationId xmlns:a16="http://schemas.microsoft.com/office/drawing/2014/main" id="{B537114B-1027-DC1C-34FE-13D4CCF94D9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9788" y="1275292"/>
            <a:ext cx="7466173" cy="4873625"/>
          </a:xfrm>
        </p:spPr>
      </p:pic>
    </p:spTree>
    <p:extLst>
      <p:ext uri="{BB962C8B-B14F-4D97-AF65-F5344CB8AC3E}">
        <p14:creationId xmlns:p14="http://schemas.microsoft.com/office/powerpoint/2010/main" val="3544580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D3D173-1589-9D5B-71FC-CCA2539DA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708745" cy="728133"/>
          </a:xfrm>
        </p:spPr>
        <p:txBody>
          <a:bodyPr>
            <a:normAutofit/>
          </a:bodyPr>
          <a:lstStyle/>
          <a:p>
            <a:r>
              <a:rPr lang="es-PE" dirty="0"/>
              <a:t>View Global </a:t>
            </a:r>
            <a:r>
              <a:rPr lang="es-PE" dirty="0" err="1"/>
              <a:t>Parameter</a:t>
            </a:r>
            <a:r>
              <a:rPr lang="es-PE" dirty="0"/>
              <a:t> </a:t>
            </a:r>
            <a:r>
              <a:rPr lang="es-PE" dirty="0" err="1"/>
              <a:t>List</a:t>
            </a:r>
            <a:r>
              <a:rPr lang="es-PE" dirty="0"/>
              <a:t> HSG248_BulkAsbestosResults_M -</a:t>
            </a:r>
          </a:p>
        </p:txBody>
      </p:sp>
      <p:pic>
        <p:nvPicPr>
          <p:cNvPr id="6" name="Marcador de posición de imagen 5" descr="View Global Parameter List HSG248_BulkAsbestosResults_M - Trabajo: Microsoft​ Edge">
            <a:extLst>
              <a:ext uri="{FF2B5EF4-FFF2-40B4-BE49-F238E27FC236}">
                <a16:creationId xmlns:a16="http://schemas.microsoft.com/office/drawing/2014/main" id="{6C994BCD-0608-0284-36F7-B10BF8D747D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9788" y="1540933"/>
            <a:ext cx="9639667" cy="4235450"/>
          </a:xfrm>
        </p:spPr>
      </p:pic>
    </p:spTree>
    <p:extLst>
      <p:ext uri="{BB962C8B-B14F-4D97-AF65-F5344CB8AC3E}">
        <p14:creationId xmlns:p14="http://schemas.microsoft.com/office/powerpoint/2010/main" val="7409847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541</TotalTime>
  <Words>40</Words>
  <Application>Microsoft Office PowerPoint</Application>
  <PresentationFormat>Panorámica</PresentationFormat>
  <Paragraphs>4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de Office</vt:lpstr>
      <vt:lpstr>Presentación de PowerPoint</vt:lpstr>
      <vt:lpstr>View Global Parameter List HSG248_MOLP_M -</vt:lpstr>
      <vt:lpstr>View Global Parameter List HSG248_BulkAsbestos_Prep -</vt:lpstr>
      <vt:lpstr>View Global Parameter List HSG248_BulkAsbestosResults_M -</vt:lpstr>
      <vt:lpstr>View Global Parameter List HSG248_BulkAsbestosResults_M 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Alvarez, Julio (Callao)</dc:creator>
  <cp:lastModifiedBy>Alvarez, Julio (Callao)</cp:lastModifiedBy>
  <cp:revision>5</cp:revision>
  <dcterms:created xsi:type="dcterms:W3CDTF">2025-08-28T15:42:03Z</dcterms:created>
  <dcterms:modified xsi:type="dcterms:W3CDTF">2025-08-29T00:43:04Z</dcterms:modified>
</cp:coreProperties>
</file>